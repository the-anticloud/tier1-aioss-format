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 COBIT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2026-10-02T10:56:37.410777Z | Framework ID: 20_COBIT_2019</a:t>
            </a:r>
          </a:p>
          <a:p>
            <a:r>
              <a:t>COBIT 2019 Framework (ISACA)</a:t>
            </a:r>
          </a:p>
          <a:p>
            <a:r>
              <a:t>PASS — EDM (Governance), APO (Alignment), BAI (Build), DSS (Deliver), MEA (Monitor)</a:t>
            </a:r>
          </a:p>
          <a:p>
            <a:r>
              <a:t>Maturity Level 4 (Quantitatively Managed)</a:t>
            </a:r>
          </a:p>
          <a:p>
            <a:r>
              <a:t>Observability module provides MEA01 monitoring; Provenance chain provides MEA02 assurance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